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6"/>
  </p:notesMasterIdLst>
  <p:handoutMasterIdLst>
    <p:handoutMasterId r:id="rId7"/>
  </p:handoutMasterIdLst>
  <p:sldIdLst>
    <p:sldId id="260" r:id="rId5"/>
  </p:sldIdLst>
  <p:sldSz cx="28800425" cy="43200638"/>
  <p:notesSz cx="6858000" cy="9144000"/>
  <p:defaultTextStyle>
    <a:defPPr>
      <a:defRPr lang="pt-BR"/>
    </a:defPPr>
    <a:lvl1pPr algn="l" rtl="0" eaLnBrk="0" fontAlgn="base" hangingPunct="0">
      <a:spcBef>
        <a:spcPct val="0"/>
      </a:spcBef>
      <a:spcAft>
        <a:spcPct val="0"/>
      </a:spcAft>
      <a:defRPr sz="8132" kern="1200">
        <a:solidFill>
          <a:schemeClr val="tx1"/>
        </a:solidFill>
        <a:latin typeface="Arial" charset="0"/>
        <a:ea typeface="+mn-ea"/>
        <a:cs typeface="+mn-cs"/>
      </a:defRPr>
    </a:lvl1pPr>
    <a:lvl2pPr marL="609493" algn="l" rtl="0" eaLnBrk="0" fontAlgn="base" hangingPunct="0">
      <a:spcBef>
        <a:spcPct val="0"/>
      </a:spcBef>
      <a:spcAft>
        <a:spcPct val="0"/>
      </a:spcAft>
      <a:defRPr sz="8132" kern="1200">
        <a:solidFill>
          <a:schemeClr val="tx1"/>
        </a:solidFill>
        <a:latin typeface="Arial" charset="0"/>
        <a:ea typeface="+mn-ea"/>
        <a:cs typeface="+mn-cs"/>
      </a:defRPr>
    </a:lvl2pPr>
    <a:lvl3pPr marL="1218987" algn="l" rtl="0" eaLnBrk="0" fontAlgn="base" hangingPunct="0">
      <a:spcBef>
        <a:spcPct val="0"/>
      </a:spcBef>
      <a:spcAft>
        <a:spcPct val="0"/>
      </a:spcAft>
      <a:defRPr sz="8132" kern="1200">
        <a:solidFill>
          <a:schemeClr val="tx1"/>
        </a:solidFill>
        <a:latin typeface="Arial" charset="0"/>
        <a:ea typeface="+mn-ea"/>
        <a:cs typeface="+mn-cs"/>
      </a:defRPr>
    </a:lvl3pPr>
    <a:lvl4pPr marL="1828480" algn="l" rtl="0" eaLnBrk="0" fontAlgn="base" hangingPunct="0">
      <a:spcBef>
        <a:spcPct val="0"/>
      </a:spcBef>
      <a:spcAft>
        <a:spcPct val="0"/>
      </a:spcAft>
      <a:defRPr sz="8132" kern="1200">
        <a:solidFill>
          <a:schemeClr val="tx1"/>
        </a:solidFill>
        <a:latin typeface="Arial" charset="0"/>
        <a:ea typeface="+mn-ea"/>
        <a:cs typeface="+mn-cs"/>
      </a:defRPr>
    </a:lvl4pPr>
    <a:lvl5pPr marL="2437973" algn="l" rtl="0" eaLnBrk="0" fontAlgn="base" hangingPunct="0">
      <a:spcBef>
        <a:spcPct val="0"/>
      </a:spcBef>
      <a:spcAft>
        <a:spcPct val="0"/>
      </a:spcAft>
      <a:defRPr sz="8132" kern="1200">
        <a:solidFill>
          <a:schemeClr val="tx1"/>
        </a:solidFill>
        <a:latin typeface="Arial" charset="0"/>
        <a:ea typeface="+mn-ea"/>
        <a:cs typeface="+mn-cs"/>
      </a:defRPr>
    </a:lvl5pPr>
    <a:lvl6pPr marL="3047467" algn="l" defTabSz="1218987" rtl="0" eaLnBrk="1" latinLnBrk="0" hangingPunct="1">
      <a:defRPr sz="8132" kern="1200">
        <a:solidFill>
          <a:schemeClr val="tx1"/>
        </a:solidFill>
        <a:latin typeface="Arial" charset="0"/>
        <a:ea typeface="+mn-ea"/>
        <a:cs typeface="+mn-cs"/>
      </a:defRPr>
    </a:lvl6pPr>
    <a:lvl7pPr marL="3656960" algn="l" defTabSz="1218987" rtl="0" eaLnBrk="1" latinLnBrk="0" hangingPunct="1">
      <a:defRPr sz="8132" kern="1200">
        <a:solidFill>
          <a:schemeClr val="tx1"/>
        </a:solidFill>
        <a:latin typeface="Arial" charset="0"/>
        <a:ea typeface="+mn-ea"/>
        <a:cs typeface="+mn-cs"/>
      </a:defRPr>
    </a:lvl7pPr>
    <a:lvl8pPr marL="4266453" algn="l" defTabSz="1218987" rtl="0" eaLnBrk="1" latinLnBrk="0" hangingPunct="1">
      <a:defRPr sz="8132" kern="1200">
        <a:solidFill>
          <a:schemeClr val="tx1"/>
        </a:solidFill>
        <a:latin typeface="Arial" charset="0"/>
        <a:ea typeface="+mn-ea"/>
        <a:cs typeface="+mn-cs"/>
      </a:defRPr>
    </a:lvl8pPr>
    <a:lvl9pPr marL="4875947" algn="l" defTabSz="1218987" rtl="0" eaLnBrk="1" latinLnBrk="0" hangingPunct="1">
      <a:defRPr sz="8132"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3607" userDrawn="1">
          <p15:clr>
            <a:srgbClr val="A4A3A4"/>
          </p15:clr>
        </p15:guide>
        <p15:guide id="2" pos="9071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9900"/>
    <a:srgbClr val="FF0000"/>
    <a:srgbClr val="CC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19" d="100"/>
          <a:sy n="19" d="100"/>
        </p:scale>
        <p:origin x="1692" y="90"/>
      </p:cViewPr>
      <p:guideLst>
        <p:guide orient="horz" pos="13607"/>
        <p:guide pos="9071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12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12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fld id="{62137F34-5DDC-4C31-BA02-2277B1A4CE6D}" type="slidenum">
              <a:rPr lang="pt-BR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4316089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205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2286000" y="685800"/>
            <a:ext cx="228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 noProof="0"/>
              <a:t>Clique para editar os estilos do texto mestre</a:t>
            </a:r>
          </a:p>
          <a:p>
            <a:pPr lvl="1"/>
            <a:r>
              <a:rPr lang="pt-BR" noProof="0"/>
              <a:t>Segundo nível</a:t>
            </a:r>
          </a:p>
          <a:p>
            <a:pPr lvl="2"/>
            <a:r>
              <a:rPr lang="pt-BR" noProof="0"/>
              <a:t>Terceiro nível</a:t>
            </a:r>
          </a:p>
          <a:p>
            <a:pPr lvl="3"/>
            <a:r>
              <a:rPr lang="pt-BR" noProof="0"/>
              <a:t>Quarto nível</a:t>
            </a:r>
          </a:p>
          <a:p>
            <a:pPr lvl="4"/>
            <a:r>
              <a:rPr lang="pt-BR" noProof="0"/>
              <a:t>Quinto nível</a:t>
            </a: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fld id="{937B61E2-BDFA-4896-B4A2-5CC42FC61C0E}" type="slidenum">
              <a:rPr lang="pt-BR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218531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600" kern="1200">
        <a:solidFill>
          <a:schemeClr val="tx1"/>
        </a:solidFill>
        <a:latin typeface="Arial" charset="0"/>
        <a:ea typeface="+mn-ea"/>
        <a:cs typeface="+mn-cs"/>
      </a:defRPr>
    </a:lvl1pPr>
    <a:lvl2pPr marL="609493" algn="l" rtl="0" eaLnBrk="0" fontAlgn="base" hangingPunct="0">
      <a:spcBef>
        <a:spcPct val="30000"/>
      </a:spcBef>
      <a:spcAft>
        <a:spcPct val="0"/>
      </a:spcAft>
      <a:defRPr sz="1600" kern="1200">
        <a:solidFill>
          <a:schemeClr val="tx1"/>
        </a:solidFill>
        <a:latin typeface="Arial" charset="0"/>
        <a:ea typeface="+mn-ea"/>
        <a:cs typeface="+mn-cs"/>
      </a:defRPr>
    </a:lvl2pPr>
    <a:lvl3pPr marL="1218987" algn="l" rtl="0" eaLnBrk="0" fontAlgn="base" hangingPunct="0">
      <a:spcBef>
        <a:spcPct val="30000"/>
      </a:spcBef>
      <a:spcAft>
        <a:spcPct val="0"/>
      </a:spcAft>
      <a:defRPr sz="1600" kern="1200">
        <a:solidFill>
          <a:schemeClr val="tx1"/>
        </a:solidFill>
        <a:latin typeface="Arial" charset="0"/>
        <a:ea typeface="+mn-ea"/>
        <a:cs typeface="+mn-cs"/>
      </a:defRPr>
    </a:lvl3pPr>
    <a:lvl4pPr marL="1828480" algn="l" rtl="0" eaLnBrk="0" fontAlgn="base" hangingPunct="0">
      <a:spcBef>
        <a:spcPct val="30000"/>
      </a:spcBef>
      <a:spcAft>
        <a:spcPct val="0"/>
      </a:spcAft>
      <a:defRPr sz="1600" kern="1200">
        <a:solidFill>
          <a:schemeClr val="tx1"/>
        </a:solidFill>
        <a:latin typeface="Arial" charset="0"/>
        <a:ea typeface="+mn-ea"/>
        <a:cs typeface="+mn-cs"/>
      </a:defRPr>
    </a:lvl4pPr>
    <a:lvl5pPr marL="2437973" algn="l" rtl="0" eaLnBrk="0" fontAlgn="base" hangingPunct="0">
      <a:spcBef>
        <a:spcPct val="30000"/>
      </a:spcBef>
      <a:spcAft>
        <a:spcPct val="0"/>
      </a:spcAft>
      <a:defRPr sz="1600" kern="1200">
        <a:solidFill>
          <a:schemeClr val="tx1"/>
        </a:solidFill>
        <a:latin typeface="Arial" charset="0"/>
        <a:ea typeface="+mn-ea"/>
        <a:cs typeface="+mn-cs"/>
      </a:defRPr>
    </a:lvl5pPr>
    <a:lvl6pPr marL="304746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123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 dirty="0">
              <a:ea typeface="ＭＳ Ｐゴシック" pitchFamily="34" charset="-128"/>
            </a:endParaRPr>
          </a:p>
        </p:txBody>
      </p:sp>
      <p:sp>
        <p:nvSpPr>
          <p:cNvPr id="512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1035EDA-CF5D-4260-93D3-A3EA22A42075}" type="slidenum">
              <a:rPr lang="pt-BR">
                <a:latin typeface="Calibri" pitchFamily="34" charset="0"/>
                <a:ea typeface="ＭＳ Ｐゴシック" pitchFamily="34" charset="-128"/>
              </a:rPr>
              <a:pPr/>
              <a:t>1</a:t>
            </a:fld>
            <a:endParaRPr lang="pt-BR">
              <a:latin typeface="Calibri" pitchFamily="34" charset="0"/>
              <a:ea typeface="ＭＳ Ｐゴシック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418527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2160880" y="13420305"/>
            <a:ext cx="24478668" cy="9259395"/>
          </a:xfrm>
        </p:spPr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4319642" y="24480786"/>
            <a:ext cx="20161144" cy="11039316"/>
          </a:xfrm>
        </p:spPr>
        <p:txBody>
          <a:bodyPr/>
          <a:lstStyle>
            <a:lvl1pPr marL="0" indent="0" algn="ctr">
              <a:buNone/>
              <a:defRPr/>
            </a:lvl1pPr>
            <a:lvl2pPr marL="609539" indent="0" algn="ctr">
              <a:buNone/>
              <a:defRPr/>
            </a:lvl2pPr>
            <a:lvl3pPr marL="1219078" indent="0" algn="ctr">
              <a:buNone/>
              <a:defRPr/>
            </a:lvl3pPr>
            <a:lvl4pPr marL="1828617" indent="0" algn="ctr">
              <a:buNone/>
              <a:defRPr/>
            </a:lvl4pPr>
            <a:lvl5pPr marL="2438156" indent="0" algn="ctr">
              <a:buNone/>
              <a:defRPr/>
            </a:lvl5pPr>
            <a:lvl6pPr marL="3047695" indent="0" algn="ctr">
              <a:buNone/>
              <a:defRPr/>
            </a:lvl6pPr>
            <a:lvl7pPr marL="3657234" indent="0" algn="ctr">
              <a:buNone/>
              <a:defRPr/>
            </a:lvl7pPr>
            <a:lvl8pPr marL="4266773" indent="0" algn="ctr">
              <a:buNone/>
              <a:defRPr/>
            </a:lvl8pPr>
            <a:lvl9pPr marL="4876312" indent="0" algn="ctr">
              <a:buNone/>
              <a:defRPr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FD650F0-8AAD-48EF-B3D3-2345F45EF8B2}" type="slidenum">
              <a:rPr lang="pt-BR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DC96D8B-5E5D-4756-AFBB-3EBE1D3ED4DA}" type="slidenum">
              <a:rPr lang="pt-BR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275166" y="27761258"/>
            <a:ext cx="24480784" cy="8580021"/>
          </a:xfrm>
        </p:spPr>
        <p:txBody>
          <a:bodyPr anchor="t"/>
          <a:lstStyle>
            <a:lvl1pPr algn="l">
              <a:defRPr sz="5333" b="1" cap="all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2275166" y="18309267"/>
            <a:ext cx="24480784" cy="9451991"/>
          </a:xfrm>
        </p:spPr>
        <p:txBody>
          <a:bodyPr anchor="b"/>
          <a:lstStyle>
            <a:lvl1pPr marL="0" indent="0">
              <a:buNone/>
              <a:defRPr sz="2666"/>
            </a:lvl1pPr>
            <a:lvl2pPr marL="609539" indent="0">
              <a:buNone/>
              <a:defRPr sz="2400"/>
            </a:lvl2pPr>
            <a:lvl3pPr marL="1219078" indent="0">
              <a:buNone/>
              <a:defRPr sz="2133"/>
            </a:lvl3pPr>
            <a:lvl4pPr marL="1828617" indent="0">
              <a:buNone/>
              <a:defRPr sz="1866"/>
            </a:lvl4pPr>
            <a:lvl5pPr marL="2438156" indent="0">
              <a:buNone/>
              <a:defRPr sz="1866"/>
            </a:lvl5pPr>
            <a:lvl6pPr marL="3047695" indent="0">
              <a:buNone/>
              <a:defRPr sz="1866"/>
            </a:lvl6pPr>
            <a:lvl7pPr marL="3657234" indent="0">
              <a:buNone/>
              <a:defRPr sz="1866"/>
            </a:lvl7pPr>
            <a:lvl8pPr marL="4266773" indent="0">
              <a:buNone/>
              <a:defRPr sz="1866"/>
            </a:lvl8pPr>
            <a:lvl9pPr marL="4876312" indent="0">
              <a:buNone/>
              <a:defRPr sz="1866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D877B64-938F-41A7-B468-783CF163B3B2}" type="slidenum">
              <a:rPr lang="pt-BR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1439175" y="10080573"/>
            <a:ext cx="12859449" cy="2851047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6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14501801" y="10080573"/>
            <a:ext cx="12859449" cy="2851047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6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DF3C380-F25C-4E70-B099-B699EC5ADAC9}" type="slidenum">
              <a:rPr lang="pt-BR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1439175" y="9669985"/>
            <a:ext cx="12726114" cy="4029689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39" indent="0">
              <a:buNone/>
              <a:defRPr sz="2666" b="1"/>
            </a:lvl2pPr>
            <a:lvl3pPr marL="1219078" indent="0">
              <a:buNone/>
              <a:defRPr sz="2400" b="1"/>
            </a:lvl3pPr>
            <a:lvl4pPr marL="1828617" indent="0">
              <a:buNone/>
              <a:defRPr sz="2133" b="1"/>
            </a:lvl4pPr>
            <a:lvl5pPr marL="2438156" indent="0">
              <a:buNone/>
              <a:defRPr sz="2133" b="1"/>
            </a:lvl5pPr>
            <a:lvl6pPr marL="3047695" indent="0">
              <a:buNone/>
              <a:defRPr sz="2133" b="1"/>
            </a:lvl6pPr>
            <a:lvl7pPr marL="3657234" indent="0">
              <a:buNone/>
              <a:defRPr sz="2133" b="1"/>
            </a:lvl7pPr>
            <a:lvl8pPr marL="4266773" indent="0">
              <a:buNone/>
              <a:defRPr sz="2133" b="1"/>
            </a:lvl8pPr>
            <a:lvl9pPr marL="4876312" indent="0">
              <a:buNone/>
              <a:defRPr sz="2133" b="1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1439175" y="13699675"/>
            <a:ext cx="12726114" cy="24891372"/>
          </a:xfrm>
        </p:spPr>
        <p:txBody>
          <a:bodyPr/>
          <a:lstStyle>
            <a:lvl1pPr>
              <a:defRPr sz="3200"/>
            </a:lvl1pPr>
            <a:lvl2pPr>
              <a:defRPr sz="2666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14630904" y="9669985"/>
            <a:ext cx="12730346" cy="4029689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39" indent="0">
              <a:buNone/>
              <a:defRPr sz="2666" b="1"/>
            </a:lvl2pPr>
            <a:lvl3pPr marL="1219078" indent="0">
              <a:buNone/>
              <a:defRPr sz="2400" b="1"/>
            </a:lvl3pPr>
            <a:lvl4pPr marL="1828617" indent="0">
              <a:buNone/>
              <a:defRPr sz="2133" b="1"/>
            </a:lvl4pPr>
            <a:lvl5pPr marL="2438156" indent="0">
              <a:buNone/>
              <a:defRPr sz="2133" b="1"/>
            </a:lvl5pPr>
            <a:lvl6pPr marL="3047695" indent="0">
              <a:buNone/>
              <a:defRPr sz="2133" b="1"/>
            </a:lvl6pPr>
            <a:lvl7pPr marL="3657234" indent="0">
              <a:buNone/>
              <a:defRPr sz="2133" b="1"/>
            </a:lvl7pPr>
            <a:lvl8pPr marL="4266773" indent="0">
              <a:buNone/>
              <a:defRPr sz="2133" b="1"/>
            </a:lvl8pPr>
            <a:lvl9pPr marL="4876312" indent="0">
              <a:buNone/>
              <a:defRPr sz="2133" b="1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14630904" y="13699675"/>
            <a:ext cx="12730346" cy="24891372"/>
          </a:xfrm>
        </p:spPr>
        <p:txBody>
          <a:bodyPr/>
          <a:lstStyle>
            <a:lvl1pPr>
              <a:defRPr sz="3200"/>
            </a:lvl1pPr>
            <a:lvl2pPr>
              <a:defRPr sz="2666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611D1C0-6B5C-4B42-9BF5-9656ED25A1D6}" type="slidenum">
              <a:rPr lang="pt-BR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203E92E-70CD-434A-A365-47B3624C9D13}" type="slidenum">
              <a:rPr lang="pt-BR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BEBB076-EF90-42B2-B80B-DD7B17B5D866}" type="slidenum">
              <a:rPr lang="pt-BR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439175" y="1720661"/>
            <a:ext cx="9475273" cy="7318627"/>
          </a:xfrm>
        </p:spPr>
        <p:txBody>
          <a:bodyPr anchor="b"/>
          <a:lstStyle>
            <a:lvl1pPr algn="l">
              <a:defRPr sz="2666" b="1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1259425" y="1720662"/>
            <a:ext cx="16101825" cy="36870385"/>
          </a:xfrm>
        </p:spPr>
        <p:txBody>
          <a:bodyPr/>
          <a:lstStyle>
            <a:lvl1pPr>
              <a:defRPr sz="4266"/>
            </a:lvl1pPr>
            <a:lvl2pPr>
              <a:defRPr sz="3733"/>
            </a:lvl2pPr>
            <a:lvl3pPr>
              <a:defRPr sz="3200"/>
            </a:lvl3pPr>
            <a:lvl4pPr>
              <a:defRPr sz="2666"/>
            </a:lvl4pPr>
            <a:lvl5pPr>
              <a:defRPr sz="2666"/>
            </a:lvl5pPr>
            <a:lvl6pPr>
              <a:defRPr sz="2666"/>
            </a:lvl6pPr>
            <a:lvl7pPr>
              <a:defRPr sz="2666"/>
            </a:lvl7pPr>
            <a:lvl8pPr>
              <a:defRPr sz="2666"/>
            </a:lvl8pPr>
            <a:lvl9pPr>
              <a:defRPr sz="2666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439175" y="9039287"/>
            <a:ext cx="9475273" cy="29551759"/>
          </a:xfrm>
        </p:spPr>
        <p:txBody>
          <a:bodyPr/>
          <a:lstStyle>
            <a:lvl1pPr marL="0" indent="0">
              <a:buNone/>
              <a:defRPr sz="1866"/>
            </a:lvl1pPr>
            <a:lvl2pPr marL="609539" indent="0">
              <a:buNone/>
              <a:defRPr sz="1600"/>
            </a:lvl2pPr>
            <a:lvl3pPr marL="1219078" indent="0">
              <a:buNone/>
              <a:defRPr sz="1333"/>
            </a:lvl3pPr>
            <a:lvl4pPr marL="1828617" indent="0">
              <a:buNone/>
              <a:defRPr sz="1200"/>
            </a:lvl4pPr>
            <a:lvl5pPr marL="2438156" indent="0">
              <a:buNone/>
              <a:defRPr sz="1200"/>
            </a:lvl5pPr>
            <a:lvl6pPr marL="3047695" indent="0">
              <a:buNone/>
              <a:defRPr sz="1200"/>
            </a:lvl6pPr>
            <a:lvl7pPr marL="3657234" indent="0">
              <a:buNone/>
              <a:defRPr sz="1200"/>
            </a:lvl7pPr>
            <a:lvl8pPr marL="4266773" indent="0">
              <a:buNone/>
              <a:defRPr sz="1200"/>
            </a:lvl8pPr>
            <a:lvl9pPr marL="4876312" indent="0">
              <a:buNone/>
              <a:defRPr sz="12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7FA4729-5D1D-4D38-A25F-215095997037}" type="slidenum">
              <a:rPr lang="pt-BR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644529" y="30239601"/>
            <a:ext cx="17280678" cy="3570424"/>
          </a:xfrm>
        </p:spPr>
        <p:txBody>
          <a:bodyPr anchor="b"/>
          <a:lstStyle>
            <a:lvl1pPr algn="l">
              <a:defRPr sz="2666" b="1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644529" y="3860375"/>
            <a:ext cx="17280678" cy="25919960"/>
          </a:xfrm>
        </p:spPr>
        <p:txBody>
          <a:bodyPr/>
          <a:lstStyle>
            <a:lvl1pPr marL="0" indent="0">
              <a:buNone/>
              <a:defRPr sz="4266"/>
            </a:lvl1pPr>
            <a:lvl2pPr marL="609539" indent="0">
              <a:buNone/>
              <a:defRPr sz="3733"/>
            </a:lvl2pPr>
            <a:lvl3pPr marL="1219078" indent="0">
              <a:buNone/>
              <a:defRPr sz="3200"/>
            </a:lvl3pPr>
            <a:lvl4pPr marL="1828617" indent="0">
              <a:buNone/>
              <a:defRPr sz="2666"/>
            </a:lvl4pPr>
            <a:lvl5pPr marL="2438156" indent="0">
              <a:buNone/>
              <a:defRPr sz="2666"/>
            </a:lvl5pPr>
            <a:lvl6pPr marL="3047695" indent="0">
              <a:buNone/>
              <a:defRPr sz="2666"/>
            </a:lvl6pPr>
            <a:lvl7pPr marL="3657234" indent="0">
              <a:buNone/>
              <a:defRPr sz="2666"/>
            </a:lvl7pPr>
            <a:lvl8pPr marL="4266773" indent="0">
              <a:buNone/>
              <a:defRPr sz="2666"/>
            </a:lvl8pPr>
            <a:lvl9pPr marL="4876312" indent="0">
              <a:buNone/>
              <a:defRPr sz="2666"/>
            </a:lvl9pPr>
          </a:lstStyle>
          <a:p>
            <a:pPr lvl="0"/>
            <a:endParaRPr lang="pt-BR" noProof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5644529" y="33810024"/>
            <a:ext cx="17280678" cy="5070974"/>
          </a:xfrm>
        </p:spPr>
        <p:txBody>
          <a:bodyPr/>
          <a:lstStyle>
            <a:lvl1pPr marL="0" indent="0">
              <a:buNone/>
              <a:defRPr sz="1866"/>
            </a:lvl1pPr>
            <a:lvl2pPr marL="609539" indent="0">
              <a:buNone/>
              <a:defRPr sz="1600"/>
            </a:lvl2pPr>
            <a:lvl3pPr marL="1219078" indent="0">
              <a:buNone/>
              <a:defRPr sz="1333"/>
            </a:lvl3pPr>
            <a:lvl4pPr marL="1828617" indent="0">
              <a:buNone/>
              <a:defRPr sz="1200"/>
            </a:lvl4pPr>
            <a:lvl5pPr marL="2438156" indent="0">
              <a:buNone/>
              <a:defRPr sz="1200"/>
            </a:lvl5pPr>
            <a:lvl6pPr marL="3047695" indent="0">
              <a:buNone/>
              <a:defRPr sz="1200"/>
            </a:lvl6pPr>
            <a:lvl7pPr marL="3657234" indent="0">
              <a:buNone/>
              <a:defRPr sz="1200"/>
            </a:lvl7pPr>
            <a:lvl8pPr marL="4266773" indent="0">
              <a:buNone/>
              <a:defRPr sz="1200"/>
            </a:lvl8pPr>
            <a:lvl9pPr marL="4876312" indent="0">
              <a:buNone/>
              <a:defRPr sz="12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6B7DF24-3BB9-4DC6-A067-2A7C35CBC9DF}" type="slidenum">
              <a:rPr lang="pt-BR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9B3DDCC-A5AA-4FD1-B372-9424E989D2BC}" type="slidenum">
              <a:rPr lang="pt-BR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20880732" y="1729128"/>
            <a:ext cx="6480519" cy="36861919"/>
          </a:xfrm>
        </p:spPr>
        <p:txBody>
          <a:bodyPr vert="eaVert"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1439175" y="1729128"/>
            <a:ext cx="19238379" cy="36861919"/>
          </a:xfrm>
        </p:spPr>
        <p:txBody>
          <a:bodyPr vert="eaVert"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6A33422-2CED-4084-A0A2-878BA7696C06}" type="slidenum">
              <a:rPr lang="pt-BR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439175" y="1729128"/>
            <a:ext cx="25922076" cy="72001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308610" tIns="154305" rIns="308610" bIns="154305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pt-BR"/>
              <a:t>Clique para editar o estilo do título mestre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439175" y="10080573"/>
            <a:ext cx="25922076" cy="285104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308610" tIns="154305" rIns="308610" bIns="154305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439175" y="39340264"/>
            <a:ext cx="6721792" cy="30011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308610" tIns="154305" rIns="308610" bIns="154305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6266">
                <a:latin typeface="Arial" charset="0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9839300" y="39340264"/>
            <a:ext cx="9121828" cy="30011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308610" tIns="154305" rIns="308610" bIns="154305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6266">
                <a:latin typeface="Arial" charset="0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20639458" y="39340264"/>
            <a:ext cx="6721792" cy="30011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308610" tIns="154305" rIns="308610" bIns="154305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6266"/>
            </a:lvl1pPr>
          </a:lstStyle>
          <a:p>
            <a:fld id="{9D20D27F-DE98-4825-9B81-BD19507AA243}" type="slidenum">
              <a:rPr lang="pt-BR"/>
              <a:pPr/>
              <a:t>‹nº›</a:t>
            </a:fld>
            <a:endParaRPr 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114389" rtl="0" eaLnBrk="0" fontAlgn="base" hangingPunct="0">
        <a:spcBef>
          <a:spcPct val="0"/>
        </a:spcBef>
        <a:spcAft>
          <a:spcPct val="0"/>
        </a:spcAft>
        <a:defRPr sz="19865">
          <a:solidFill>
            <a:schemeClr val="tx2"/>
          </a:solidFill>
          <a:latin typeface="+mj-lt"/>
          <a:ea typeface="+mj-ea"/>
          <a:cs typeface="+mj-cs"/>
        </a:defRPr>
      </a:lvl1pPr>
      <a:lvl2pPr algn="ctr" defTabSz="4114389" rtl="0" eaLnBrk="0" fontAlgn="base" hangingPunct="0">
        <a:spcBef>
          <a:spcPct val="0"/>
        </a:spcBef>
        <a:spcAft>
          <a:spcPct val="0"/>
        </a:spcAft>
        <a:defRPr sz="19865">
          <a:solidFill>
            <a:schemeClr val="tx2"/>
          </a:solidFill>
          <a:latin typeface="Arial" charset="0"/>
        </a:defRPr>
      </a:lvl2pPr>
      <a:lvl3pPr algn="ctr" defTabSz="4114389" rtl="0" eaLnBrk="0" fontAlgn="base" hangingPunct="0">
        <a:spcBef>
          <a:spcPct val="0"/>
        </a:spcBef>
        <a:spcAft>
          <a:spcPct val="0"/>
        </a:spcAft>
        <a:defRPr sz="19865">
          <a:solidFill>
            <a:schemeClr val="tx2"/>
          </a:solidFill>
          <a:latin typeface="Arial" charset="0"/>
        </a:defRPr>
      </a:lvl3pPr>
      <a:lvl4pPr algn="ctr" defTabSz="4114389" rtl="0" eaLnBrk="0" fontAlgn="base" hangingPunct="0">
        <a:spcBef>
          <a:spcPct val="0"/>
        </a:spcBef>
        <a:spcAft>
          <a:spcPct val="0"/>
        </a:spcAft>
        <a:defRPr sz="19865">
          <a:solidFill>
            <a:schemeClr val="tx2"/>
          </a:solidFill>
          <a:latin typeface="Arial" charset="0"/>
        </a:defRPr>
      </a:lvl4pPr>
      <a:lvl5pPr algn="ctr" defTabSz="4114389" rtl="0" eaLnBrk="0" fontAlgn="base" hangingPunct="0">
        <a:spcBef>
          <a:spcPct val="0"/>
        </a:spcBef>
        <a:spcAft>
          <a:spcPct val="0"/>
        </a:spcAft>
        <a:defRPr sz="19865">
          <a:solidFill>
            <a:schemeClr val="tx2"/>
          </a:solidFill>
          <a:latin typeface="Arial" charset="0"/>
        </a:defRPr>
      </a:lvl5pPr>
      <a:lvl6pPr marL="609539" algn="ctr" defTabSz="4114389" rtl="0" fontAlgn="base">
        <a:spcBef>
          <a:spcPct val="0"/>
        </a:spcBef>
        <a:spcAft>
          <a:spcPct val="0"/>
        </a:spcAft>
        <a:defRPr sz="19865">
          <a:solidFill>
            <a:schemeClr val="tx2"/>
          </a:solidFill>
          <a:latin typeface="Arial" charset="0"/>
        </a:defRPr>
      </a:lvl6pPr>
      <a:lvl7pPr marL="1219078" algn="ctr" defTabSz="4114389" rtl="0" fontAlgn="base">
        <a:spcBef>
          <a:spcPct val="0"/>
        </a:spcBef>
        <a:spcAft>
          <a:spcPct val="0"/>
        </a:spcAft>
        <a:defRPr sz="19865">
          <a:solidFill>
            <a:schemeClr val="tx2"/>
          </a:solidFill>
          <a:latin typeface="Arial" charset="0"/>
        </a:defRPr>
      </a:lvl7pPr>
      <a:lvl8pPr marL="1828617" algn="ctr" defTabSz="4114389" rtl="0" fontAlgn="base">
        <a:spcBef>
          <a:spcPct val="0"/>
        </a:spcBef>
        <a:spcAft>
          <a:spcPct val="0"/>
        </a:spcAft>
        <a:defRPr sz="19865">
          <a:solidFill>
            <a:schemeClr val="tx2"/>
          </a:solidFill>
          <a:latin typeface="Arial" charset="0"/>
        </a:defRPr>
      </a:lvl8pPr>
      <a:lvl9pPr marL="2438156" algn="ctr" defTabSz="4114389" rtl="0" fontAlgn="base">
        <a:spcBef>
          <a:spcPct val="0"/>
        </a:spcBef>
        <a:spcAft>
          <a:spcPct val="0"/>
        </a:spcAft>
        <a:defRPr sz="19865">
          <a:solidFill>
            <a:schemeClr val="tx2"/>
          </a:solidFill>
          <a:latin typeface="Arial" charset="0"/>
        </a:defRPr>
      </a:lvl9pPr>
    </p:titleStyle>
    <p:bodyStyle>
      <a:lvl1pPr marL="1542896" indent="-1542896" algn="l" defTabSz="4114389" rtl="0" eaLnBrk="0" fontAlgn="base" hangingPunct="0">
        <a:spcBef>
          <a:spcPct val="20000"/>
        </a:spcBef>
        <a:spcAft>
          <a:spcPct val="0"/>
        </a:spcAft>
        <a:buChar char="•"/>
        <a:defRPr sz="14399">
          <a:solidFill>
            <a:schemeClr val="tx1"/>
          </a:solidFill>
          <a:latin typeface="+mn-lt"/>
          <a:ea typeface="+mn-ea"/>
          <a:cs typeface="+mn-cs"/>
        </a:defRPr>
      </a:lvl1pPr>
      <a:lvl2pPr marL="3343999" indent="-1286805" algn="l" defTabSz="4114389" rtl="0" eaLnBrk="0" fontAlgn="base" hangingPunct="0">
        <a:spcBef>
          <a:spcPct val="20000"/>
        </a:spcBef>
        <a:spcAft>
          <a:spcPct val="0"/>
        </a:spcAft>
        <a:buChar char="–"/>
        <a:defRPr sz="12665">
          <a:solidFill>
            <a:schemeClr val="tx1"/>
          </a:solidFill>
          <a:latin typeface="+mn-lt"/>
        </a:defRPr>
      </a:lvl2pPr>
      <a:lvl3pPr marL="5142986" indent="-1028597" algn="l" defTabSz="4114389" rtl="0" eaLnBrk="0" fontAlgn="base" hangingPunct="0">
        <a:spcBef>
          <a:spcPct val="20000"/>
        </a:spcBef>
        <a:spcAft>
          <a:spcPct val="0"/>
        </a:spcAft>
        <a:buChar char="•"/>
        <a:defRPr sz="10799">
          <a:solidFill>
            <a:schemeClr val="tx1"/>
          </a:solidFill>
          <a:latin typeface="+mn-lt"/>
        </a:defRPr>
      </a:lvl3pPr>
      <a:lvl4pPr marL="7200180" indent="-1028597" algn="l" defTabSz="4114389" rtl="0" eaLnBrk="0" fontAlgn="base" hangingPunct="0">
        <a:spcBef>
          <a:spcPct val="20000"/>
        </a:spcBef>
        <a:spcAft>
          <a:spcPct val="0"/>
        </a:spcAft>
        <a:buChar char="–"/>
        <a:defRPr sz="9066">
          <a:solidFill>
            <a:schemeClr val="tx1"/>
          </a:solidFill>
          <a:latin typeface="+mn-lt"/>
        </a:defRPr>
      </a:lvl4pPr>
      <a:lvl5pPr marL="9257374" indent="-1028597" algn="l" defTabSz="4114389" rtl="0" eaLnBrk="0" fontAlgn="base" hangingPunct="0">
        <a:spcBef>
          <a:spcPct val="20000"/>
        </a:spcBef>
        <a:spcAft>
          <a:spcPct val="0"/>
        </a:spcAft>
        <a:buChar char="»"/>
        <a:defRPr sz="9066">
          <a:solidFill>
            <a:schemeClr val="tx1"/>
          </a:solidFill>
          <a:latin typeface="+mn-lt"/>
        </a:defRPr>
      </a:lvl5pPr>
      <a:lvl6pPr marL="9866913" indent="-1028597" algn="l" defTabSz="4114389" rtl="0" fontAlgn="base">
        <a:spcBef>
          <a:spcPct val="20000"/>
        </a:spcBef>
        <a:spcAft>
          <a:spcPct val="0"/>
        </a:spcAft>
        <a:buChar char="»"/>
        <a:defRPr sz="9066">
          <a:solidFill>
            <a:schemeClr val="tx1"/>
          </a:solidFill>
          <a:latin typeface="+mn-lt"/>
        </a:defRPr>
      </a:lvl6pPr>
      <a:lvl7pPr marL="10476452" indent="-1028597" algn="l" defTabSz="4114389" rtl="0" fontAlgn="base">
        <a:spcBef>
          <a:spcPct val="20000"/>
        </a:spcBef>
        <a:spcAft>
          <a:spcPct val="0"/>
        </a:spcAft>
        <a:buChar char="»"/>
        <a:defRPr sz="9066">
          <a:solidFill>
            <a:schemeClr val="tx1"/>
          </a:solidFill>
          <a:latin typeface="+mn-lt"/>
        </a:defRPr>
      </a:lvl7pPr>
      <a:lvl8pPr marL="11085991" indent="-1028597" algn="l" defTabSz="4114389" rtl="0" fontAlgn="base">
        <a:spcBef>
          <a:spcPct val="20000"/>
        </a:spcBef>
        <a:spcAft>
          <a:spcPct val="0"/>
        </a:spcAft>
        <a:buChar char="»"/>
        <a:defRPr sz="9066">
          <a:solidFill>
            <a:schemeClr val="tx1"/>
          </a:solidFill>
          <a:latin typeface="+mn-lt"/>
        </a:defRPr>
      </a:lvl8pPr>
      <a:lvl9pPr marL="11695530" indent="-1028597" algn="l" defTabSz="4114389" rtl="0" fontAlgn="base">
        <a:spcBef>
          <a:spcPct val="20000"/>
        </a:spcBef>
        <a:spcAft>
          <a:spcPct val="0"/>
        </a:spcAft>
        <a:buChar char="»"/>
        <a:defRPr sz="9066">
          <a:solidFill>
            <a:schemeClr val="tx1"/>
          </a:solidFill>
          <a:latin typeface="+mn-lt"/>
        </a:defRPr>
      </a:lvl9pPr>
    </p:bodyStyle>
    <p:otherStyle>
      <a:defPPr>
        <a:defRPr lang="pt-BR"/>
      </a:defPPr>
      <a:lvl1pPr marL="0" algn="l" defTabSz="121907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39" algn="l" defTabSz="121907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078" algn="l" defTabSz="121907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617" algn="l" defTabSz="121907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156" algn="l" defTabSz="121907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695" algn="l" defTabSz="121907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234" algn="l" defTabSz="121907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773" algn="l" defTabSz="121907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312" algn="l" defTabSz="121907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jpe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jpe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m 5">
            <a:extLst>
              <a:ext uri="{FF2B5EF4-FFF2-40B4-BE49-F238E27FC236}">
                <a16:creationId xmlns:a16="http://schemas.microsoft.com/office/drawing/2014/main" id="{F65B9183-D015-4EDA-BC8C-5077C4505C1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40" y="10648"/>
            <a:ext cx="28774944" cy="43179343"/>
          </a:xfrm>
          <a:prstGeom prst="rect">
            <a:avLst/>
          </a:prstGeom>
        </p:spPr>
      </p:pic>
      <p:sp>
        <p:nvSpPr>
          <p:cNvPr id="4100" name="Rectangle 6"/>
          <p:cNvSpPr>
            <a:spLocks noChangeArrowheads="1"/>
          </p:cNvSpPr>
          <p:nvPr/>
        </p:nvSpPr>
        <p:spPr bwMode="auto">
          <a:xfrm>
            <a:off x="-36734" y="2703684"/>
            <a:ext cx="28800425" cy="6667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/>
          <a:p>
            <a:pPr algn="ctr" eaLnBrk="1" hangingPunct="1"/>
            <a:r>
              <a:rPr lang="pt-BR" sz="3733" b="1" dirty="0">
                <a:ea typeface="ＭＳ Ｐゴシック" pitchFamily="34" charset="-128"/>
                <a:cs typeface="Times New Roman" pitchFamily="18" charset="0"/>
              </a:rPr>
              <a:t> Alunos: Matheus Fernandes, Henri Seixas, Pedro Araújo, Ana Luiza Ribeiro</a:t>
            </a:r>
          </a:p>
        </p:txBody>
      </p:sp>
      <p:sp>
        <p:nvSpPr>
          <p:cNvPr id="4102" name="TextBox 8"/>
          <p:cNvSpPr txBox="1">
            <a:spLocks noChangeArrowheads="1"/>
          </p:cNvSpPr>
          <p:nvPr/>
        </p:nvSpPr>
        <p:spPr bwMode="auto">
          <a:xfrm>
            <a:off x="690522" y="4992304"/>
            <a:ext cx="13284851" cy="56424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just" defTabSz="1678349" eaLnBrk="1" hangingPunct="1"/>
            <a:r>
              <a:rPr lang="pt-BR" sz="3600" b="1" dirty="0">
                <a:ea typeface="ＭＳ Ｐゴシック" pitchFamily="34" charset="-128"/>
              </a:rPr>
              <a:t>Sobre a equipe</a:t>
            </a:r>
          </a:p>
          <a:p>
            <a:pPr algn="just" defTabSz="1678349" eaLnBrk="1" hangingPunct="1">
              <a:spcAft>
                <a:spcPts val="1200"/>
              </a:spcAft>
            </a:pPr>
            <a:r>
              <a:rPr lang="pt-BR" sz="3200" dirty="0"/>
              <a:t>A equipe é composta por quatro alunos, que atuaram de forma colaborativa na idealização e desenvolvimento do projeto. As atividades envolveram conhecimentos adquiridos nas disciplinas de </a:t>
            </a:r>
            <a:r>
              <a:rPr lang="pt-BR" sz="3200" b="1" dirty="0"/>
              <a:t>Desenvolvimento Web Full Stack</a:t>
            </a:r>
            <a:r>
              <a:rPr lang="pt-BR" sz="3200" dirty="0"/>
              <a:t>, </a:t>
            </a:r>
            <a:r>
              <a:rPr lang="pt-BR" sz="3200" b="1" dirty="0"/>
              <a:t>Programação Orientada a Objetos</a:t>
            </a:r>
            <a:r>
              <a:rPr lang="pt-BR" sz="3200" dirty="0"/>
              <a:t>, </a:t>
            </a:r>
            <a:r>
              <a:rPr lang="pt-BR" sz="3200" b="1" dirty="0"/>
              <a:t>Estrutura de Dados</a:t>
            </a:r>
            <a:r>
              <a:rPr lang="pt-BR" sz="3200" dirty="0"/>
              <a:t>, </a:t>
            </a:r>
            <a:r>
              <a:rPr lang="pt-BR" sz="3200" b="1" dirty="0"/>
              <a:t>Banco de Dados</a:t>
            </a:r>
            <a:r>
              <a:rPr lang="pt-BR" sz="3200" dirty="0"/>
              <a:t> e </a:t>
            </a:r>
            <a:r>
              <a:rPr lang="pt-BR" sz="3200" b="1" dirty="0"/>
              <a:t>Design de Interface Digital</a:t>
            </a:r>
            <a:r>
              <a:rPr lang="pt-BR" sz="3200" dirty="0"/>
              <a:t>, permitindo a aplicação prática dos conteúdos estudados. A integração entre as áreas possibilitou o desenvolvimento de um website completo, unindo aspectos técnicos, visuais e funcionais para atender às necessidades do Instituto Alma.</a:t>
            </a:r>
          </a:p>
          <a:p>
            <a:pPr algn="just" defTabSz="1678349" eaLnBrk="1" hangingPunct="1">
              <a:spcAft>
                <a:spcPts val="1200"/>
              </a:spcAft>
            </a:pPr>
            <a:endParaRPr lang="pt-BR" sz="2666" dirty="0"/>
          </a:p>
        </p:txBody>
      </p:sp>
      <p:sp>
        <p:nvSpPr>
          <p:cNvPr id="4104" name="Rectangle 13"/>
          <p:cNvSpPr>
            <a:spLocks noChangeArrowheads="1"/>
          </p:cNvSpPr>
          <p:nvPr/>
        </p:nvSpPr>
        <p:spPr bwMode="auto">
          <a:xfrm>
            <a:off x="0" y="-669350"/>
            <a:ext cx="184731" cy="1338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14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126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10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9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9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1148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9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1148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9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1148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9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1148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9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endParaRPr lang="en-US" sz="8099">
              <a:latin typeface="Arial" panose="020B0604020202020204" pitchFamily="34" charset="0"/>
            </a:endParaRPr>
          </a:p>
        </p:txBody>
      </p:sp>
      <p:sp>
        <p:nvSpPr>
          <p:cNvPr id="410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533295" y="1091039"/>
            <a:ext cx="27924315" cy="2258359"/>
          </a:xfrm>
        </p:spPr>
        <p:txBody>
          <a:bodyPr/>
          <a:lstStyle/>
          <a:p>
            <a:pPr eaLnBrk="1" hangingPunct="1"/>
            <a:r>
              <a:rPr lang="pt-BR" sz="5866" b="1" dirty="0"/>
              <a:t>Website Responsivo – Instituto Alma </a:t>
            </a:r>
          </a:p>
        </p:txBody>
      </p:sp>
      <p:sp>
        <p:nvSpPr>
          <p:cNvPr id="4109" name="Rectangle 14"/>
          <p:cNvSpPr>
            <a:spLocks noChangeArrowheads="1"/>
          </p:cNvSpPr>
          <p:nvPr/>
        </p:nvSpPr>
        <p:spPr bwMode="auto">
          <a:xfrm>
            <a:off x="1540883" y="288300"/>
            <a:ext cx="25809904" cy="16190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411435" tIns="205717" rIns="411435" bIns="205717" anchor="ctr"/>
          <a:lstStyle/>
          <a:p>
            <a:pPr algn="ctr" eaLnBrk="1" hangingPunct="1"/>
            <a:r>
              <a:rPr lang="pt-BR" sz="7999" b="1" dirty="0">
                <a:solidFill>
                  <a:schemeClr val="bg1"/>
                </a:solidFill>
              </a:rPr>
              <a:t>Semana de Tecnologia FECAP 2025</a:t>
            </a:r>
          </a:p>
        </p:txBody>
      </p:sp>
      <p:sp>
        <p:nvSpPr>
          <p:cNvPr id="4" name="TextBox 8">
            <a:extLst>
              <a:ext uri="{FF2B5EF4-FFF2-40B4-BE49-F238E27FC236}">
                <a16:creationId xmlns:a16="http://schemas.microsoft.com/office/drawing/2014/main" id="{6D4C09D9-51BE-953B-669D-23F72BD2F1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653154" y="4992305"/>
            <a:ext cx="13284851" cy="6699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just" defTabSz="1678349" eaLnBrk="1" hangingPunct="1"/>
            <a:r>
              <a:rPr lang="pt-BR" sz="3600" b="1" dirty="0">
                <a:ea typeface="ＭＳ Ｐゴシック" pitchFamily="34" charset="-128"/>
              </a:rPr>
              <a:t>Problema a ser tratado</a:t>
            </a:r>
          </a:p>
          <a:p>
            <a:pPr algn="just" defTabSz="1678349" eaLnBrk="1" hangingPunct="1">
              <a:spcAft>
                <a:spcPts val="1200"/>
              </a:spcAft>
            </a:pPr>
            <a:r>
              <a:rPr lang="pt-BR" sz="3200" dirty="0"/>
              <a:t> A ausência de uma plataforma digital centralizada além de dificultar a divulgação e disseminação das ações do Instituto Alma, tornava o processo de doação pouco acessível. Pessoas interessadas em contribuir com a causa muitas vezes não encontravam informações suficientes sobre como realizar doações ou participar das campanhas, nem mesmo um contato direto, o que limitava o alcance das ações solidárias e reduzia o número de apoiadores. Além disso, a comunicação com o público ocorria apenas por meios informais, como redes sociais e contatos diretos, o que dificultava o engajamento contínuo.</a:t>
            </a:r>
          </a:p>
          <a:p>
            <a:pPr algn="just" defTabSz="1678349" eaLnBrk="1" hangingPunct="1">
              <a:spcAft>
                <a:spcPts val="1200"/>
              </a:spcAft>
            </a:pPr>
            <a:endParaRPr lang="pt-BR" sz="2666" dirty="0"/>
          </a:p>
          <a:p>
            <a:pPr algn="just" defTabSz="1678349" eaLnBrk="1" hangingPunct="1">
              <a:spcAft>
                <a:spcPts val="1200"/>
              </a:spcAft>
            </a:pPr>
            <a:r>
              <a:rPr lang="pt-BR" sz="2666" dirty="0"/>
              <a:t>	</a:t>
            </a:r>
          </a:p>
        </p:txBody>
      </p:sp>
      <p:sp>
        <p:nvSpPr>
          <p:cNvPr id="7" name="TextBox 8">
            <a:extLst>
              <a:ext uri="{FF2B5EF4-FFF2-40B4-BE49-F238E27FC236}">
                <a16:creationId xmlns:a16="http://schemas.microsoft.com/office/drawing/2014/main" id="{C1758913-C53F-99C8-A545-3D8DE7E0ED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0353" y="33543418"/>
            <a:ext cx="13318910" cy="48936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just" defTabSz="1678349" eaLnBrk="1" hangingPunct="1"/>
            <a:r>
              <a:rPr lang="pt-BR" sz="3600" b="1" dirty="0">
                <a:ea typeface="ＭＳ Ｐゴシック" pitchFamily="34" charset="-128"/>
              </a:rPr>
              <a:t>Solução proposta</a:t>
            </a:r>
          </a:p>
          <a:p>
            <a:pPr algn="just" defTabSz="1678349" eaLnBrk="1" hangingPunct="1">
              <a:spcAft>
                <a:spcPts val="1200"/>
              </a:spcAft>
            </a:pPr>
            <a:r>
              <a:rPr lang="pt-BR" sz="3200" dirty="0"/>
              <a:t>Foi desenvolvido um website responsivo, acessível por dispositivos móveis e computadores, com o objetivo de tornar o Instituto Alma mais visível e acessível.</a:t>
            </a:r>
          </a:p>
          <a:p>
            <a:pPr algn="just" defTabSz="1678349" eaLnBrk="1" hangingPunct="1">
              <a:spcAft>
                <a:spcPts val="1200"/>
              </a:spcAft>
            </a:pPr>
            <a:r>
              <a:rPr lang="pt-BR" sz="3200" dirty="0"/>
              <a:t>O site conta com páginas informativas sobre a instituição, suas campanhas e projetos sociais, além de uma área destinada ao doador, onde é possível realizar doações de forma rápida e segura.</a:t>
            </a:r>
          </a:p>
          <a:p>
            <a:pPr algn="just" defTabSz="1678349" eaLnBrk="1" hangingPunct="1">
              <a:spcAft>
                <a:spcPts val="1200"/>
              </a:spcAft>
            </a:pPr>
            <a:r>
              <a:rPr lang="pt-BR" sz="3200" dirty="0"/>
              <a:t>O design prioriza a usabilidade, a navegação intuitiva e a responsividade, garantindo uma boa experiência ao usuário.</a:t>
            </a: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A584AD84-C68C-68B6-E7C1-1D0E2FA735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740" y="3056747"/>
            <a:ext cx="29592614" cy="13551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411435" tIns="205717" rIns="411435" bIns="205717" numCol="1" anchor="ctr" anchorCtr="0" compatLnSpc="1">
            <a:prstTxWarp prst="textNoShape">
              <a:avLst/>
            </a:prstTxWarp>
          </a:bodyPr>
          <a:lstStyle>
            <a:lvl1pPr algn="ctr" defTabSz="3086100" rtl="0" eaLnBrk="0" fontAlgn="base" hangingPunct="0">
              <a:spcBef>
                <a:spcPct val="0"/>
              </a:spcBef>
              <a:spcAft>
                <a:spcPct val="0"/>
              </a:spcAft>
              <a:defRPr sz="149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defTabSz="3086100" rtl="0" eaLnBrk="0" fontAlgn="base" hangingPunct="0">
              <a:spcBef>
                <a:spcPct val="0"/>
              </a:spcBef>
              <a:spcAft>
                <a:spcPct val="0"/>
              </a:spcAft>
              <a:defRPr sz="14900">
                <a:solidFill>
                  <a:schemeClr val="tx2"/>
                </a:solidFill>
                <a:latin typeface="Arial" charset="0"/>
              </a:defRPr>
            </a:lvl2pPr>
            <a:lvl3pPr algn="ctr" defTabSz="3086100" rtl="0" eaLnBrk="0" fontAlgn="base" hangingPunct="0">
              <a:spcBef>
                <a:spcPct val="0"/>
              </a:spcBef>
              <a:spcAft>
                <a:spcPct val="0"/>
              </a:spcAft>
              <a:defRPr sz="14900">
                <a:solidFill>
                  <a:schemeClr val="tx2"/>
                </a:solidFill>
                <a:latin typeface="Arial" charset="0"/>
              </a:defRPr>
            </a:lvl3pPr>
            <a:lvl4pPr algn="ctr" defTabSz="3086100" rtl="0" eaLnBrk="0" fontAlgn="base" hangingPunct="0">
              <a:spcBef>
                <a:spcPct val="0"/>
              </a:spcBef>
              <a:spcAft>
                <a:spcPct val="0"/>
              </a:spcAft>
              <a:defRPr sz="14900">
                <a:solidFill>
                  <a:schemeClr val="tx2"/>
                </a:solidFill>
                <a:latin typeface="Arial" charset="0"/>
              </a:defRPr>
            </a:lvl4pPr>
            <a:lvl5pPr algn="ctr" defTabSz="3086100" rtl="0" eaLnBrk="0" fontAlgn="base" hangingPunct="0">
              <a:spcBef>
                <a:spcPct val="0"/>
              </a:spcBef>
              <a:spcAft>
                <a:spcPct val="0"/>
              </a:spcAft>
              <a:defRPr sz="14900">
                <a:solidFill>
                  <a:schemeClr val="tx2"/>
                </a:solidFill>
                <a:latin typeface="Arial" charset="0"/>
              </a:defRPr>
            </a:lvl5pPr>
            <a:lvl6pPr marL="457200" algn="ctr" defTabSz="3086100" rtl="0" fontAlgn="base">
              <a:spcBef>
                <a:spcPct val="0"/>
              </a:spcBef>
              <a:spcAft>
                <a:spcPct val="0"/>
              </a:spcAft>
              <a:defRPr sz="14900">
                <a:solidFill>
                  <a:schemeClr val="tx2"/>
                </a:solidFill>
                <a:latin typeface="Arial" charset="0"/>
              </a:defRPr>
            </a:lvl6pPr>
            <a:lvl7pPr marL="914400" algn="ctr" defTabSz="3086100" rtl="0" fontAlgn="base">
              <a:spcBef>
                <a:spcPct val="0"/>
              </a:spcBef>
              <a:spcAft>
                <a:spcPct val="0"/>
              </a:spcAft>
              <a:defRPr sz="14900">
                <a:solidFill>
                  <a:schemeClr val="tx2"/>
                </a:solidFill>
                <a:latin typeface="Arial" charset="0"/>
              </a:defRPr>
            </a:lvl7pPr>
            <a:lvl8pPr marL="1371600" algn="ctr" defTabSz="3086100" rtl="0" fontAlgn="base">
              <a:spcBef>
                <a:spcPct val="0"/>
              </a:spcBef>
              <a:spcAft>
                <a:spcPct val="0"/>
              </a:spcAft>
              <a:defRPr sz="14900">
                <a:solidFill>
                  <a:schemeClr val="tx2"/>
                </a:solidFill>
                <a:latin typeface="Arial" charset="0"/>
              </a:defRPr>
            </a:lvl8pPr>
            <a:lvl9pPr marL="1828800" algn="ctr" defTabSz="3086100" rtl="0" fontAlgn="base">
              <a:spcBef>
                <a:spcPct val="0"/>
              </a:spcBef>
              <a:spcAft>
                <a:spcPct val="0"/>
              </a:spcAft>
              <a:defRPr sz="14900">
                <a:solidFill>
                  <a:schemeClr val="tx2"/>
                </a:solidFill>
                <a:latin typeface="Arial" charset="0"/>
              </a:defRPr>
            </a:lvl9pPr>
          </a:lstStyle>
          <a:p>
            <a:pPr eaLnBrk="1" hangingPunct="1"/>
            <a:r>
              <a:rPr lang="pt-BR" sz="2666" b="1" kern="0" dirty="0"/>
              <a:t>Professores: Ronaldo Araújo, José Carlos </a:t>
            </a:r>
            <a:r>
              <a:rPr lang="pt-BR" sz="2666" b="1" kern="0" dirty="0" err="1"/>
              <a:t>Buesso</a:t>
            </a:r>
            <a:r>
              <a:rPr lang="pt-BR" sz="2666" b="1" kern="0" dirty="0"/>
              <a:t> Jr, Eduardo </a:t>
            </a:r>
            <a:r>
              <a:rPr lang="pt-BR" sz="2666" b="1" kern="0" dirty="0" err="1"/>
              <a:t>Savino</a:t>
            </a:r>
            <a:r>
              <a:rPr lang="pt-BR" sz="2666" b="1" kern="0" dirty="0"/>
              <a:t>, Francisco Escobar, Victor Rossetti</a:t>
            </a:r>
            <a:endParaRPr lang="pt-BR" sz="5866" b="1" kern="0" dirty="0"/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AE19C662-D68A-6035-2E4C-978100FAE8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646784" y="33543418"/>
            <a:ext cx="13318910" cy="45858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just" defTabSz="1678349" eaLnBrk="1" hangingPunct="1"/>
            <a:r>
              <a:rPr lang="pt-BR" sz="3600" b="1" dirty="0">
                <a:ea typeface="ＭＳ Ｐゴシック" pitchFamily="34" charset="-128"/>
              </a:rPr>
              <a:t>Futuro do projeto</a:t>
            </a:r>
          </a:p>
          <a:p>
            <a:pPr algn="just" defTabSz="1678349" eaLnBrk="1" hangingPunct="1">
              <a:spcAft>
                <a:spcPts val="1200"/>
              </a:spcAft>
            </a:pPr>
            <a:r>
              <a:rPr lang="pt-BR" sz="3200" dirty="0"/>
              <a:t> 	Espera-se que o projeto atenda às necessidades de ambas as partes, ampliando o alcance das ações do Instituto Alma e facilitando o processo de arrecadação de doações. Além disso, busca-se garantir uma navegação simples e intuitiva, oferecendo informações claras e possibilitando que o usuário realize doações de forma prática e sem dificuldades. Para as próximas etapas, poderão ser integradas novas funcionalidades, conforme as demandas do Instituto e o crescimento do projeto.</a:t>
            </a:r>
          </a:p>
        </p:txBody>
      </p:sp>
      <p:sp>
        <p:nvSpPr>
          <p:cNvPr id="29" name="TextBox 8">
            <a:extLst>
              <a:ext uri="{FF2B5EF4-FFF2-40B4-BE49-F238E27FC236}">
                <a16:creationId xmlns:a16="http://schemas.microsoft.com/office/drawing/2014/main" id="{22108886-71AE-7425-406A-CC03C41D86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59431" y="10343748"/>
            <a:ext cx="12868819" cy="15694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ctr" defTabSz="1678349" eaLnBrk="1" hangingPunct="1"/>
            <a:r>
              <a:rPr lang="pt-BR" sz="5866" b="1" dirty="0">
                <a:ea typeface="ＭＳ Ｐゴシック" pitchFamily="34" charset="-128"/>
              </a:rPr>
              <a:t>Imagens e ferramentas do Projeto</a:t>
            </a:r>
          </a:p>
          <a:p>
            <a:pPr algn="just" defTabSz="1678349" eaLnBrk="1" hangingPunct="1">
              <a:spcAft>
                <a:spcPts val="1200"/>
              </a:spcAft>
            </a:pPr>
            <a:r>
              <a:rPr lang="pt-BR" sz="3733" dirty="0"/>
              <a:t> </a:t>
            </a:r>
            <a:r>
              <a:rPr lang="pt-BR" sz="2666" dirty="0"/>
              <a:t>	</a:t>
            </a:r>
          </a:p>
        </p:txBody>
      </p:sp>
      <p:pic>
        <p:nvPicPr>
          <p:cNvPr id="5" name="Imagem 4" descr="Uma imagem contendo óculos&#10;&#10;O conteúdo gerado por IA pode estar incorreto.">
            <a:extLst>
              <a:ext uri="{FF2B5EF4-FFF2-40B4-BE49-F238E27FC236}">
                <a16:creationId xmlns:a16="http://schemas.microsoft.com/office/drawing/2014/main" id="{C56C1960-665E-2EB7-EDC1-1EBC9CE69C7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752" y="40356014"/>
            <a:ext cx="3095947" cy="3115297"/>
          </a:xfrm>
          <a:prstGeom prst="rect">
            <a:avLst/>
          </a:prstGeom>
        </p:spPr>
      </p:pic>
      <p:pic>
        <p:nvPicPr>
          <p:cNvPr id="10" name="Imagem 9" descr="Uma imagem contendo óculos, caneca&#10;&#10;O conteúdo gerado por IA pode estar incorreto.">
            <a:extLst>
              <a:ext uri="{FF2B5EF4-FFF2-40B4-BE49-F238E27FC236}">
                <a16:creationId xmlns:a16="http://schemas.microsoft.com/office/drawing/2014/main" id="{55769E50-5B5D-08C0-E78D-9BA4C954767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801752" y="40382747"/>
            <a:ext cx="3095945" cy="3105591"/>
          </a:xfrm>
          <a:prstGeom prst="rect">
            <a:avLst/>
          </a:prstGeom>
        </p:spPr>
      </p:pic>
      <p:pic>
        <p:nvPicPr>
          <p:cNvPr id="12" name="Imagem 11" descr="Logotipo, Ícone&#10;&#10;O conteúdo gerado por IA pode estar incorreto.">
            <a:extLst>
              <a:ext uri="{FF2B5EF4-FFF2-40B4-BE49-F238E27FC236}">
                <a16:creationId xmlns:a16="http://schemas.microsoft.com/office/drawing/2014/main" id="{F265727C-35EA-9DFA-0973-7707DC71EAEC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37079" y="11831666"/>
            <a:ext cx="3908503" cy="3908503"/>
          </a:xfrm>
          <a:prstGeom prst="rect">
            <a:avLst/>
          </a:prstGeom>
        </p:spPr>
      </p:pic>
      <p:pic>
        <p:nvPicPr>
          <p:cNvPr id="13" name="Imagem 12" descr="Ícone&#10;&#10;O conteúdo gerado por IA pode estar incorreto.">
            <a:extLst>
              <a:ext uri="{FF2B5EF4-FFF2-40B4-BE49-F238E27FC236}">
                <a16:creationId xmlns:a16="http://schemas.microsoft.com/office/drawing/2014/main" id="{004D8512-6DEA-0B0B-63E3-A7017472BDB0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48769" y="13981326"/>
            <a:ext cx="2986428" cy="4215844"/>
          </a:xfrm>
          <a:prstGeom prst="rect">
            <a:avLst/>
          </a:prstGeom>
        </p:spPr>
      </p:pic>
      <p:pic>
        <p:nvPicPr>
          <p:cNvPr id="15" name="Imagem 14" descr="Uma imagem contendo Ícone&#10;&#10;O conteúdo gerado por IA pode estar incorreto.">
            <a:extLst>
              <a:ext uri="{FF2B5EF4-FFF2-40B4-BE49-F238E27FC236}">
                <a16:creationId xmlns:a16="http://schemas.microsoft.com/office/drawing/2014/main" id="{31366770-2457-D40F-603F-BB4428389EC6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040908" y="12160800"/>
            <a:ext cx="4757270" cy="3567951"/>
          </a:xfrm>
          <a:prstGeom prst="rect">
            <a:avLst/>
          </a:prstGeom>
        </p:spPr>
      </p:pic>
      <p:pic>
        <p:nvPicPr>
          <p:cNvPr id="17" name="Imagem 16" descr="Logotipo&#10;&#10;O conteúdo gerado por IA pode estar incorreto.">
            <a:extLst>
              <a:ext uri="{FF2B5EF4-FFF2-40B4-BE49-F238E27FC236}">
                <a16:creationId xmlns:a16="http://schemas.microsoft.com/office/drawing/2014/main" id="{BF4471B5-57EB-4844-928D-DCF9ED7AF6F5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56569" y="19836897"/>
            <a:ext cx="2669521" cy="2669521"/>
          </a:xfrm>
          <a:prstGeom prst="rect">
            <a:avLst/>
          </a:prstGeom>
        </p:spPr>
      </p:pic>
      <p:pic>
        <p:nvPicPr>
          <p:cNvPr id="20" name="Imagem 19">
            <a:extLst>
              <a:ext uri="{FF2B5EF4-FFF2-40B4-BE49-F238E27FC236}">
                <a16:creationId xmlns:a16="http://schemas.microsoft.com/office/drawing/2014/main" id="{E68115F6-71F0-EFB3-55B7-C02CA3733265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3040908" y="19494940"/>
            <a:ext cx="3603020" cy="3603020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E307BA34-5624-404A-94B4-3C6A471ACC03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70482" y="12401284"/>
            <a:ext cx="9171757" cy="187695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4194372"/>
      </p:ext>
    </p:extLst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30861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pt-BR" sz="61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30861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pt-BR" sz="61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ema do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o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8ca2a57e-8138-4b57-956a-eb6e2c7049cc">
      <Terms xmlns="http://schemas.microsoft.com/office/infopath/2007/PartnerControls"/>
    </lcf76f155ced4ddcb4097134ff3c332f>
    <TaxCatchAll xmlns="1d2798d9-1030-4cc5-be7b-200f9e628651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45364877AF745B4281652B53F43C594A" ma:contentTypeVersion="15" ma:contentTypeDescription="Crie um novo documento." ma:contentTypeScope="" ma:versionID="440a6fbbcbce65e3f8e2bed610644788">
  <xsd:schema xmlns:xsd="http://www.w3.org/2001/XMLSchema" xmlns:xs="http://www.w3.org/2001/XMLSchema" xmlns:p="http://schemas.microsoft.com/office/2006/metadata/properties" xmlns:ns2="1d2798d9-1030-4cc5-be7b-200f9e628651" xmlns:ns3="8ca2a57e-8138-4b57-956a-eb6e2c7049cc" targetNamespace="http://schemas.microsoft.com/office/2006/metadata/properties" ma:root="true" ma:fieldsID="3ff20d9b6411658b7762fa2c08d7e1af" ns2:_="" ns3:_="">
    <xsd:import namespace="1d2798d9-1030-4cc5-be7b-200f9e628651"/>
    <xsd:import namespace="8ca2a57e-8138-4b57-956a-eb6e2c7049cc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lcf76f155ced4ddcb4097134ff3c332f" minOccurs="0"/>
                <xsd:element ref="ns2:TaxCatchAll" minOccurs="0"/>
                <xsd:element ref="ns3:MediaServiceDateTaken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Location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d2798d9-1030-4cc5-be7b-200f9e628651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Compartilhado com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Detalhes de Compartilhado Com" ma:internalName="SharedWithDetails" ma:readOnly="true">
      <xsd:simpleType>
        <xsd:restriction base="dms:Note">
          <xsd:maxLength value="255"/>
        </xsd:restriction>
      </xsd:simpleType>
    </xsd:element>
    <xsd:element name="TaxCatchAll" ma:index="16" nillable="true" ma:displayName="Taxonomy Catch All Column" ma:hidden="true" ma:list="{e2adbafb-c224-4d2e-8ca4-b5c3cc77204d}" ma:internalName="TaxCatchAll" ma:showField="CatchAllData" ma:web="1d2798d9-1030-4cc5-be7b-200f9e62865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ca2a57e-8138-4b57-956a-eb6e2c7049c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5" nillable="true" ma:taxonomy="true" ma:internalName="lcf76f155ced4ddcb4097134ff3c332f" ma:taxonomyFieldName="MediaServiceImageTags" ma:displayName="Marcações de imagem" ma:readOnly="false" ma:fieldId="{5cf76f15-5ced-4ddc-b409-7134ff3c332f}" ma:taxonomyMulti="true" ma:sspId="aeda4b81-a95b-4c43-add2-24b94db42d7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7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9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21" nillable="true" ma:displayName="Location" ma:indexed="true" ma:internalName="MediaServiceLocation" ma:readOnly="true">
      <xsd:simpleType>
        <xsd:restriction base="dms:Text"/>
      </xsd:simpleType>
    </xsd:element>
    <xsd:element name="MediaLengthInSeconds" ma:index="22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8C580D08-C850-4D98-9BB0-6190D1509D8A}">
  <ds:schemaRefs>
    <ds:schemaRef ds:uri="http://purl.org/dc/elements/1.1/"/>
    <ds:schemaRef ds:uri="http://purl.org/dc/dcmitype/"/>
    <ds:schemaRef ds:uri="1d2798d9-1030-4cc5-be7b-200f9e628651"/>
    <ds:schemaRef ds:uri="http://schemas.microsoft.com/office/2006/documentManagement/types"/>
    <ds:schemaRef ds:uri="http://schemas.openxmlformats.org/package/2006/metadata/core-properties"/>
    <ds:schemaRef ds:uri="http://www.w3.org/XML/1998/namespace"/>
    <ds:schemaRef ds:uri="http://schemas.microsoft.com/office/infopath/2007/PartnerControls"/>
    <ds:schemaRef ds:uri="8ca2a57e-8138-4b57-956a-eb6e2c7049cc"/>
    <ds:schemaRef ds:uri="http://schemas.microsoft.com/office/2006/metadata/properties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B0583F25-0BD0-426F-9D18-6079E5A0272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d2798d9-1030-4cc5-be7b-200f9e628651"/>
    <ds:schemaRef ds:uri="8ca2a57e-8138-4b57-956a-eb6e2c7049c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20511531-72C6-41EA-909D-35A50B0891E1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Apex</Template>
  <TotalTime>587</TotalTime>
  <Words>413</Words>
  <Application>Microsoft Office PowerPoint</Application>
  <PresentationFormat>Personalizar</PresentationFormat>
  <Paragraphs>19</Paragraphs>
  <Slides>1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6" baseType="lpstr">
      <vt:lpstr>ＭＳ Ｐゴシック</vt:lpstr>
      <vt:lpstr>Arial</vt:lpstr>
      <vt:lpstr>Calibri</vt:lpstr>
      <vt:lpstr>Times New Roman</vt:lpstr>
      <vt:lpstr>Design padrão</vt:lpstr>
      <vt:lpstr>Website Responsivo – Instituto Alma 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Jr</dc:creator>
  <cp:lastModifiedBy>Ana Luiza Ribeiro do Vale</cp:lastModifiedBy>
  <cp:revision>51</cp:revision>
  <dcterms:created xsi:type="dcterms:W3CDTF">2006-11-04T15:46:42Z</dcterms:created>
  <dcterms:modified xsi:type="dcterms:W3CDTF">2025-11-03T21:37:11Z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0x01010045364877AF745B4281652B53F43C594A</vt:lpwstr>
  </property>
</Properties>
</file>